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构建模板字段驱动的权签票据 AI 预审能力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核心判断：业务先定义当前模板要核验哪些系统字段，AI 按字段清单定向提取，系统再用别名规则补映射并提示风险。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选择核验模板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带出本次待检查系统字段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3911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3172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AI 定向提取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输出 document_items / extracted_fields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别名补映射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模板别名规则兜底生成字段映射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527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9788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0760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函数包核验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760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系统指令 vs 票面字段，输出风险等级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8835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8096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权签人确认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聚焦风险并沉淀优化反馈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572000"/>
            <a:ext cx="23774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663440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建设对象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管理价值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13892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230368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权签预审场景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模板字段清单、票面原文、系统映射、风险结果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让权签人先看风险项，而不是逐字肉眼遍历票面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5705856"/>
            <a:ext cx="237744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797296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模板运营机制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模板新增/复制、字段增删改、别名、位置提示、反馈样本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让字段叫法和模板差异通过配置持续迭代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最新方案把“该提什么”前移到模板配置，把“怎么映射”落实为 Prompt 辅助 + 后端规则兜底。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从人工逐项核对升级为 AI 辅助风险初筛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核心判断：现有权签核对面对模板多、字段多、语言多和人员分散的复合压力，需要用智能化能力先完成一轮风险聚焦。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965960"/>
            <a:ext cx="155448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压力来源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965960"/>
            <a:ext cx="3749039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057400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现状表现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7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对权签人的影响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828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AI 预审切入点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70632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862072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票据模板多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57400" y="2770632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2862072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全球 200+ 银行模板，版式、语言和字段叫法差异明显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7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难以依赖统一肉眼经验快速判断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按模板沉淀别名、位置和抽取提示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75304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666744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系统字段多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575304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40" y="3666744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指令有几十个结构化字段，票面只出现子集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7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需要判断哪些字段应参与本次核验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1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先抽取票面原文，再映射到系统字段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79976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71416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兼职权签多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4379976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48840" y="4471416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600+ 权签人中大量兼职权签，职位层级较高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7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使用体验对准确性和解释性要求高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1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突出风险项，通过项收起，保留证据链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184648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76088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迭代周期长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57400" y="5184648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5276088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办公系统版本周期约两个月，频繁发版成本高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模板问题难以及时修正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1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通过配置和反馈样本形成运营闭环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6565392"/>
            <a:ext cx="1289304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6629400"/>
            <a:ext cx="12344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8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评估口径建议：准确率、召回率、风险采纳率、反馈闭环率、权签人使用满意度。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第一阶段应以“高风险不漏报、误报可解释”为目标，避免把 Demo 做成只看模型炫技的识别工具。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 AI 预审拆成字段配置、模型提取和规则补映射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核心判断：模型负责看图和提取候选，系统负责限定字段范围、补足别名映射和保留可解释证据链。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4173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27432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05740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控制方式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1965960"/>
            <a:ext cx="2148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19" y="205740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关键风险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892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8036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模板字段配置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278892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银行/国家/单据模板 + MAP 字段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待检查字段、含义、别名、位置提示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只有发布模板才启动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0" y="278892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19" y="288036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未配置模板无法进入预审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0332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模型定向提取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361188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70332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 + 当前模板字段清单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双层 JSON 结果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Prompt 要求保留原文并限制字段集合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361188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19" y="370332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模型只返回原文但漏掉字段映射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43484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526279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后端补映射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43484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4526279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+ 模板别名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mapped_field、系统来源字段、mapping_source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别名规则按模板范围确定性生效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0" y="443484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19" y="4526279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别名过宽导致误映射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34924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规则核验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525780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0" y="534924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 + 标准字段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风险项、通过项、证据和置信度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79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MAP/交易系统函数包负责最终比对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98480" y="525780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89919" y="534924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比对规则归属不清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当前设计要求 JSON 同时回答三件事：票面写了什么、对应哪个系统字段、这个映射来自模型还是模板别名规则。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核验页从“选择模板”开始逐字段输出预审结果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核心判断：权签人进入页面先看到模板字段清单，AI 预审后每个待检查系统字段都有提取结果或风险提示。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展示待检查系统字段
样例任务可自动带出模板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04288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输入任务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系统支付指令 + 票面文件
并列预览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03320" y="3131820"/>
            <a:ext cx="237743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014215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23944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AI 逐字段提取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字段有值则展示证据
未提取则标记风险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724144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提交优化反馈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3872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例如新增别名
入账行 -&gt; beneficiary_bank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23176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434071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799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重新预审验证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重新真实提取与核验
确认配置生效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257800"/>
            <a:ext cx="210312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49240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演示用例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2578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53492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初始问题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5257800"/>
            <a:ext cx="292608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5349240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人工动作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5257800"/>
            <a:ext cx="28346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5349240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82472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916168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入账行别名漏识别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8247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59161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原文有“入账行”，但结构化结果没有收款方银行字段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582472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5916168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在当前模板下新增别名映射并保存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582472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916168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后端补出 mapped_field，再次预审后风险消失或降级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业务用户看到的是逐字段风险闭环，产品侧沉淀的是模板字段、别名规则和可复用反馈样本。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别名配置采用“Prompt 辅助 + 后端补映射”双通道生效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核心判断：业务改一个字段叫法后，既能帮助模型理解票面，也能让后端在模型漏映射时确定性补齐字段。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60020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配置项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57400"/>
            <a:ext cx="3749039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148840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 Prompt 的作用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2057400"/>
            <a:ext cx="384048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599" y="2148840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进入后端规则的作用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057400"/>
            <a:ext cx="324612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2148840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边界控制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98648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90088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字段别名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898648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990088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告诉模型票面可能叫法，例如入账行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2898648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599" y="2990088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命中别名时补系统字段映射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898648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990088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限定在当前模板字段内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6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31335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业务含义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739896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831335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帮助模型区分相似字段，例如收款银行 vs 中间行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59" y="3739896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599" y="3831335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不直接做规则匹配，只作为解释和审阅信息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3739896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831335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避免自然语言描述变成泛化规则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81144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72583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位置提示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4581144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94560" y="4672583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帮助模型在版面上找字段区域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59" y="4581144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599" y="4672583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不参与字段映射，只辅助证据判断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581144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4672583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避免位置配置污染其他模板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513831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反馈优化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5422392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94560" y="5513831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下次调用模型时带入新叫法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59" y="5422392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599" y="5513831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保存为模板别名或字段提示，支持回滚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92640" y="5422392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84080" y="5513831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按模板版本发布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配置体系不再只是“把词塞进 Prompt”，而是让业务配置同时约束模型输入和系统后处理。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将高频动作拆分为四类页面，降低业务理解成本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核心判断：模型配置、付款核验、模板调优和反馈样本应分工明确，避免把一次性设置和日常核验混在同一工作台。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页面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主要用户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057400"/>
            <a:ext cx="3794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2057400"/>
            <a:ext cx="3429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14884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展示重点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965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44200" y="214884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当前 Demo 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付款核验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88036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97180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选择模板、查看字段清单、上传票面、启动 AI 预审、提交优化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每个模板字段都有提取结果或风险提示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88036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297180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主流程已打通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模板调优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业务配置人员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70332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79475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新增/复制模板，增删改字段，维护别名、位置提示、提取要求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70332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9475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少技术术语，按模板和字段组织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70332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44200" y="379475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已支持基础管理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运营 / AI 产品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452628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461772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查看纠错、忽略、确认不一致、提交优化记录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52628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61772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高频问题聚合，转规则或转样本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52760" y="45262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61772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已展示记录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系统设置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管理员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534924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544067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配置模型 URL、模型名、API Key、文本/图片诊断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4924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0" y="544067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一次性配置，不干扰日常核验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34924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44200" y="544067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已可配置和测试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面向演示时应突出付款核验主流程，模板调优和系统设置作为支撑能力放在后面说明。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沉淀可修改测试资产，支撑业务持续验证配置能力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核心判断：真实票据敏感不可外传，因此需要用可编辑 Word 和合成截图构建可复用、可扩展的测试样本体系。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资产类型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057400"/>
            <a:ext cx="338328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文件 / 样例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2057400"/>
            <a:ext cx="39319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4884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覆盖重点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38360" y="2057400"/>
            <a:ext cx="3108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214884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使用方式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中文支票 Word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288036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97180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cn_check_alias_feedback_case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88036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297180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付款人、收款人、入账行、金额、币种、不可转让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288036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97180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业务修改字段名和值后截图上传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英文电汇 Word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370332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79475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en_tt_payment_application_case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70332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379475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Ordering Customer、Bank、SWIFT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370332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379475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验证英文和跨境字段映射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预置样例 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452628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61772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中文通过、金额差异、账号差异、别名漏识别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52628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61772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覆盖风险核验和反馈闭环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8360" y="452628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461772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用于 Demo 快速切换与调试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模型诊断脚本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534924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544067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test_model_api.py / image variants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34924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544067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文本链路、图片链路、base64 image_url 兼容性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534924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544067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定位公司网关和模型调用差异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6565392"/>
            <a:ext cx="1261872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6629400"/>
            <a:ext cx="1197864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建议指标位：样例覆盖数、字段覆盖率、模板覆盖率、反馈闭环率、模型结构化成功率。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测试资产需要像规则一样持续沉淀，后续才能支撑不同银行模板和不同语言场景的能力评估。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以 MVP 验证带动模板运营和规模化推广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核心判断：当前 Demo 已验证模板选择、真实模型提取、别名补映射、风险核验和反馈闭环，下一步应接入 MAP 配置与函数包。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874519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2057400"/>
            <a:ext cx="3291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14884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057400"/>
            <a:ext cx="4572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19" y="214884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057400"/>
            <a:ext cx="25146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9" y="214884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衡量指标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阶段一：Demo 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88036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79" y="297180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打通模板字段、模型提取、补映射、风险核验和反馈闭环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288036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19" y="297180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完善样例、刷新页面旅程、沉淀文档和汇报材料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288036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9" y="297180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结构化成功率、演示通过率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阶段二：试点模板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370332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79" y="379475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选取高频国家/银行模板进行小范围试点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79" y="370332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19" y="379475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建立模板选择、别名范围、特殊条款配置和反馈运营机制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370332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379475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风险召回率、误报率、反馈闭环率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阶段三：MAP 接入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45262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79" y="461772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由 MAP 管理系统字段、模板发布和比对函数包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79" y="452628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19" y="461772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打通任务输入、票面上传、结果回写和权限边界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452628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19" y="461772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流程耗时、采纳率、问题定位效率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阶段四：规模运营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534924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68879" y="544067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形成全球模板资产与规则运营体系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79" y="534924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19" y="544067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建立样本池、规则版本、回滚机制和效果报表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534924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9" y="544067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模板覆盖率、规则沉淀量、用户满意度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后续重点不是单次模型效果展示，而是形成“模板资产 + 规则资产 + 反馈样本 + 效果指标”的持续运营机制。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