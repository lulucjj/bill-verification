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1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2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3 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4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5 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6 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7 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8 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9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