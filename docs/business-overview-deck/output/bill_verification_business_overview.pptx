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" y="7818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A8795"/>
                </a:solidFill>
                <a:latin typeface="Microsoft YaHei"/>
              </a:defRPr>
            </a:pPr>
            <a:r>
              <a:t>权签票据一致性 AI 预审 - 第 9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